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Goldbell Learning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Vision &amp; Engineering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Primary goal: Job change in 3 months</a:t>
            </a:r>
          </a:p>
          <a:p>
            <a:pPr>
              <a:defRPr sz="2200"/>
            </a:pPr>
            <a:r>
              <a:t>• Build a real Azure portfolio</a:t>
            </a:r>
          </a:p>
          <a:p>
            <a:pPr>
              <a:defRPr sz="2200"/>
            </a:pPr>
            <a:r>
              <a:t>• Learn by building</a:t>
            </a:r>
          </a:p>
          <a:p>
            <a:pPr>
              <a:defRPr sz="2200"/>
            </a:pPr>
            <a:r>
              <a:t>• Focus on Azure Platform, Azure DevOps and Azure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React</a:t>
            </a:r>
          </a:p>
          <a:p>
            <a:pPr>
              <a:defRPr sz="2200"/>
            </a:pPr>
            <a:r>
              <a:t>Backend: ASP.NET Core (.NET 10)</a:t>
            </a:r>
          </a:p>
          <a:p>
            <a:pPr>
              <a:defRPr sz="2200"/>
            </a:pPr>
            <a:r>
              <a:t>Database: SQL Server (Local) -&gt; Azure SQL</a:t>
            </a:r>
          </a:p>
          <a:p>
            <a:pPr>
              <a:defRPr sz="2200"/>
            </a:pPr>
            <a:r>
              <a:t>Cloud: Azure</a:t>
            </a:r>
          </a:p>
          <a:p>
            <a:pPr>
              <a:defRPr sz="2200"/>
            </a:pPr>
            <a:r>
              <a:t>Storage: Azure Storage</a:t>
            </a:r>
          </a:p>
          <a:p>
            <a:pPr>
              <a:defRPr sz="2200"/>
            </a:pPr>
            <a:r>
              <a:t>Secrets: Key Vault</a:t>
            </a:r>
          </a:p>
          <a:p>
            <a:pPr>
              <a:defRPr sz="2200"/>
            </a:pPr>
            <a:r>
              <a:t>IaC: Bicep</a:t>
            </a:r>
          </a:p>
          <a:p>
            <a:pPr>
              <a:defRPr sz="2200"/>
            </a:pPr>
            <a:r>
              <a:t>CI/CD: Azure DevOps</a:t>
            </a:r>
          </a:p>
          <a:p>
            <a:pPr>
              <a:defRPr sz="2200"/>
            </a:pPr>
            <a:r>
              <a:t>Source Control: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-&gt; React -&gt; ASP.NET Core API -&gt; Azure SQL</a:t>
            </a:r>
          </a:p>
          <a:p>
            <a:pPr>
              <a:defRPr sz="2200"/>
            </a:pPr>
            <a:r>
              <a:t>                                -&gt; Storage Account</a:t>
            </a:r>
          </a:p>
          <a:p>
            <a:pPr>
              <a:defRPr sz="2200"/>
            </a:pPr>
            <a:r>
              <a:t>                                -&gt; Key Vault</a:t>
            </a:r>
          </a:p>
          <a:p>
            <a:pPr>
              <a:defRPr sz="2200"/>
            </a:pPr>
            <a:r>
              <a:t>Deployment via Azure 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GoldbellLearningPlatform/</a:t>
            </a:r>
          </a:p>
          <a:p>
            <a:pPr>
              <a:defRPr sz="2200"/>
            </a:pPr>
            <a:r>
              <a:t>frontend/</a:t>
            </a:r>
          </a:p>
          <a:p>
            <a:pPr>
              <a:defRPr sz="2200"/>
            </a:pPr>
            <a:r>
              <a:t>backend/</a:t>
            </a:r>
          </a:p>
          <a:p>
            <a:pPr>
              <a:defRPr sz="2200"/>
            </a:pPr>
            <a:r>
              <a:t>database/</a:t>
            </a:r>
          </a:p>
          <a:p>
            <a:pPr>
              <a:defRPr sz="2200"/>
            </a:pPr>
            <a:r>
              <a:t>infrastructure/</a:t>
            </a:r>
          </a:p>
          <a:p>
            <a:pPr>
              <a:defRPr sz="2200"/>
            </a:pPr>
            <a:r>
              <a:t>pipelines/</a:t>
            </a:r>
          </a:p>
          <a:p>
            <a:pPr>
              <a:defRPr sz="2200"/>
            </a:pPr>
            <a:r>
              <a:t>docs/</a:t>
            </a:r>
          </a:p>
          <a:p>
            <a:pPr>
              <a:defRPr sz="2200"/>
            </a:pPr>
            <a:r>
              <a:t>presentations/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Build first, avoid over-planning</a:t>
            </a:r>
          </a:p>
          <a:p>
            <a:pPr>
              <a:defRPr sz="2200"/>
            </a:pPr>
            <a:r>
              <a:t>• CLI-first development</a:t>
            </a:r>
          </a:p>
          <a:p>
            <a:pPr>
              <a:defRPr sz="2200"/>
            </a:pPr>
            <a:r>
              <a:t>• Lowercase top folders</a:t>
            </a:r>
          </a:p>
          <a:p>
            <a:pPr>
              <a:defRPr sz="2200"/>
            </a:pPr>
            <a:r>
              <a:t>• PascalCase for .NET projects</a:t>
            </a:r>
          </a:p>
          <a:p>
            <a:pPr>
              <a:defRPr sz="2200"/>
            </a:pPr>
            <a:r>
              <a:t>• Install tools only when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Sprint 1: Local Development</a:t>
            </a:r>
          </a:p>
          <a:p>
            <a:pPr>
              <a:defRPr sz="2200"/>
            </a:pPr>
            <a:r>
              <a:t>Sprint 2: MVP</a:t>
            </a:r>
          </a:p>
          <a:p>
            <a:pPr>
              <a:defRPr sz="2200"/>
            </a:pPr>
            <a:r>
              <a:t>Sprint 3: Azure Deployment</a:t>
            </a:r>
          </a:p>
          <a:p>
            <a:pPr>
              <a:defRPr sz="2200"/>
            </a:pPr>
            <a:r>
              <a:t>Sprint 4: Interview Preparation</a:t>
            </a:r>
          </a:p>
          <a:p>
            <a:pPr>
              <a:defRPr sz="2200"/>
            </a:pPr>
            <a:r>
              <a:t>Future: Databricks, Data Factory,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✓ Local folders created</a:t>
            </a:r>
          </a:p>
          <a:p>
            <a:pPr>
              <a:defRPr sz="2200"/>
            </a:pPr>
            <a:r>
              <a:t>✓ Git ready</a:t>
            </a:r>
          </a:p>
          <a:p>
            <a:pPr>
              <a:defRPr sz="2200"/>
            </a:pPr>
            <a:r>
              <a:t>✓ .NET SDK ready</a:t>
            </a:r>
          </a:p>
          <a:p>
            <a:pPr>
              <a:defRPr sz="2200"/>
            </a:pPr>
            <a:r>
              <a:t>✓ Node &amp; npm ready</a:t>
            </a:r>
          </a:p>
          <a:p>
            <a:pPr>
              <a:defRPr sz="2200"/>
            </a:pPr>
            <a:r>
              <a:t>Next: Create backend API and React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